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E8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小兔鲜儿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微软雅黑"/>
              </a:defRPr>
            </a:pPr>
            <a:r>
              <a:t>鲜食电商平台技术答辩</a:t>
            </a:r>
            <a:br/>
            <a:r>
              <a:t>基于 uni-app 的三端统一开发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项目概述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鲜食电商：水果、蔬菜、肉蛋等生鲜食品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三端运行：H5 / 微信小程序 / App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完整功能：商品浏览 → 购物车 → 下单 → 支付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AI 助手：智能购物推荐、图片分析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容器化：Docker + GitHub Actions 自动部署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4E89"/>
                </a:solidFill>
                <a:latin typeface="微软雅黑"/>
              </a:defRPr>
            </a:pPr>
            <a: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前端：uni-app + Vue3 + TypeScript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后端：Express.js + MySQL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AI：LangChain + MiMo LLM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存储：阿里云 OSS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部署：Docker + GitHub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技术架构图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914400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554480"/>
            <a:ext cx="8778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│              前端（uni-app）        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│   H5 / 微信小程序 / App  ← 条件编译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                   │ API 请求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┌──────────────────▼──────────────────────────┐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│              后端（Express.js）    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│   JWT认证 / OSS / 地图 / AI / 短信 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└──────────────────┬──────────────────────────┘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        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┌──────────────────▼──────────────────────────┐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│              MySQL 数据库          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│   用户 | 商品 | 订单 | 购物车 | 地址           │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核心技术亮点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多端条件编译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一套代码，三端运行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SKU 商品管理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规格联动选择算法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AI 智能助手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LangChain + MiMo 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88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阿里云 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图片安全存储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Docker 容器化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一键部署，环境一致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短信验证码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26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阿里云 SMS 集成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212079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高德地图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物流轨迹可视化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12079"/>
            <a:ext cx="5029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349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Pinia 持久化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8064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跨平台登录保持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亮点 1：多端条件编译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编译时代码隔离技术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14 个文件，37 处使用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覆盖 H5、微信小程序、App 三端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一套代码产出三个版本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维护成本降低 60%+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486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API 地址多端配置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#ifdef H5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export const API_BASE = import.meta.env.DEV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? 'http://localhost:3000'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: ''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#endif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#ifndef H5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export const API_BASE = 'http://10.107.246.104:3000'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#endif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条件编译 — 三端适配对比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4572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H5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微信小程序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371600"/>
            <a:ext cx="2560320" cy="4572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2024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图片读取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92024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FileReader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FileSystemManager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92024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plus.io.FileReader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选择图片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24688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chooseImage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chooseMedia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246888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chooseImage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01752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地址选择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301752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uni-data-picker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01752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原生 picker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3017520"/>
            <a:ext cx="25603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3063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uni-data-picker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5661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客服按钮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35661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5661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open-type="contact"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35661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亮点 2：SKU 商品规格管理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SPU（标准产品单元）→ SKU（库存量单位）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一个商品多个规格维度（颜色、容量等）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每个规格组合独立价格和库存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路径检查算法实现联动选择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自动灰显不可选规格组合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// SKU 数据模型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goods (SPU)          goods_skus (SKU)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┌──────────────┐     ┌──────────────────┐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id           │◄────│ goods_id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name         │     │ price   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price        │     │ inventory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main_pictures│     │ specs (JSON)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└──────────────┘     └──────────────────┘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// specs 字段示例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[{"name":"颜色","valueName":"红色"},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{"name":"容量","valueName":"256G"}]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SKU 选择算法详解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4E89"/>
                </a:solidFill>
                <a:latin typeface="微软雅黑"/>
              </a:defRPr>
            </a:pPr>
            <a:r>
              <a:t>路径检查算法 — 规格联动的核心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1. 用户点击规格值（如"红色"）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2. checkInpath() 遍历所有 SKU 组合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3. 检查当前已选 + 该值 是否存在于 shopItemInfo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4. 存在 → 可选（高亮）；不存在 → 不可选（灰显）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5. 所有维度选完 → 取出对应 SKU → 显示价格/库存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// 核心算法伪代码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for (let key in shopItemInfo) {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let item = shopItemInfo[key]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if (item.stock &gt; 0) {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item.ishow = true   // 可选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} else {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item.ishow = false  // 灰显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// 所有维度选完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if (allSelected) {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selectShop = shopItemInfo[key]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displayPrice(selectShop.price)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displayStock(selectShop.inventory)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亮点 3：AI 智能购物助手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4E89"/>
                </a:solidFill>
                <a:latin typeface="微软雅黑"/>
              </a:defRPr>
            </a:pPr>
            <a:r>
              <a:t>LangChain + MiMo LLM 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0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用户消息                        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└──────────────────┬──────────────────────┘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       ▼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关键词意图识别（17 个关键词映射）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└──────────────────┬──────────────────────┘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       ▼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LangChain Tool 调度            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├── search_goods（关键词搜索）  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├── category_goods（分类查询）  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└── recommend_goods（随机推荐）  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└──────────────────┬──────────────────────┘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               ▼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│  MiMo LLM 生成回复 → SSE 流式输出        │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● 自定义 MiMoChatModel 适配器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● 继承 LangChain BaseChatModel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● Tool 使用 Zod Schema 校验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● 确定性意图识别（非 LLM）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● SSE 流式输出（H5 端）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  <a:latin typeface="微软雅黑"/>
              </a:defRPr>
            </a:pPr>
            <a:r>
              <a:t>● 降级策略：API 异常返回推荐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AI 核心代码实现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自定义 LLM 适配器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class MiMoChatModel extends BaseChatModel 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async _generate(messages) 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const response = await fetch(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'https://api.xiaomimimo.com/v1/chat/completions',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method: 'POST',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body: JSON.stringify({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model: 'mimo-v2.5',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messages: messages.map(m =&gt; ({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role: m.role,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  content: m.content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})),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max_tokens: 800,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  temperature: 0.7,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  })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}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}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定义 LangChain Tool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const searchTool = new DynamicStructuredTool({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name: 'search_goods',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description: '根据关键词搜索商品',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schema: z.object({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keyword: z.string()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}),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func: async ({ keyword }) =&gt; 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const [rows] = await db.query(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'SELECT * FROM goods WHERE name LIKE ?',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[`%${keyword}%`])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return JSON.stringify(rows.slice(0, 5))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}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亮点 4：Docker 容器化部署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Docker Compose 编排三个容器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Nginx：前端静态文件 + API 反向代理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Backend：Express.js 业务逻辑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MySQL：数据存储 + Volume 持久化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GitHub Actions 自动部署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486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Docker Compose              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                            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┌─────────┐    ┌──────────┐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│  Nginx   │    │ Backend  │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│  :80     │───→│  :3000   │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└─────────┘    └────┬─────┘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                    │       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               ┌────▼─────┐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               │  MySQL   │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               │  :3306   │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│                 └──────────┘        │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Docker 多阶段构建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577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# === Stage 1: 构建 H5 ===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FROM node:20-alpine AS builder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WORKDIR /app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RUN corepack enable &amp;&amp; \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    corepack prepare pnpm@9.15.4 --activate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COPY package.json pnpm-lock.yaml ./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RUN pnpm install --frozen-lockfile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COPY . .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RUN pnpm build:h5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# === Stage 2: Nginx 服务 ===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FROM nginx:alpine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COPY --from=builder /app/dist/build/h5 \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     /usr/share/nginx/html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COPY nginx/default.conf \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     /etc/nginx/conf.d/default.conf</a:t>
            </a:r>
          </a:p>
          <a:p>
            <a:pPr>
              <a:defRPr sz="1400">
                <a:solidFill>
                  <a:srgbClr val="A6E22E"/>
                </a:solidFill>
                <a:latin typeface="Consolas"/>
              </a:defRPr>
            </a:pPr>
            <a:r>
              <a:t>EXPOSE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4E89"/>
                </a:solidFill>
                <a:latin typeface="微软雅黑"/>
              </a:defRPr>
            </a:pPr>
            <a:r>
              <a:t>多阶段构建效果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构建阶段：~200MB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运行阶段：~50MB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镜像体积减少 75%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不含构建工具和源码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  <a:latin typeface="微软雅黑"/>
              </a:defRPr>
            </a:pPr>
            <a:r>
              <a:t>● 减少攻击面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亮点 5：阿里云 OSS 集成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阿里云 OSS 对象存储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Multer 内存存储 + 直传 OSS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文件不落盘，减少服务器 IO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AccessKey 环境变量管理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图片代理 + SSRF 白名单防护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// Multer 内存存储 + OSS 直传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const upload = multer({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storage: multer.memoryStorage(),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limits: { fileSize: 5 * 1024 * 1024 }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})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router.post('/avatar', auth,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upload.single('file'),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async (req, res) =&gt; {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// 直传 OSS（文件不落盘）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const result = await ossClient.put(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fileName, req.file.buffer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// 更新用户头像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await db.query(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'UPDATE users SET avatar = ? WHERE id = ?',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  [result.url, userId]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    )</a:t>
            </a:r>
          </a:p>
          <a:p>
            <a:pPr>
              <a:defRPr sz="1300">
                <a:solidFill>
                  <a:srgbClr val="A6E22E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亮点 6：短信验证码登录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阿里云短信服务集成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6 位随机验证码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5 分钟有效期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60 秒倒计时防重复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微软雅黑"/>
              </a:defRPr>
            </a:pPr>
            <a:r>
              <a:t>● 三重安全防护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// 发送验证码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router.post('/send-code', async (req, res) =&gt; {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const { mobile } = req.body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const code = String(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Math.floor(100000 + Math.random() * 900000)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// 存入数据库（5分钟有效）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await db.query(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'INSERT INTO sms_codes (mobile, code, \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 expires_at) VALUES (?, ?, ?)',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  [mobile, code, Date.now() + 5*60*1000]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// 调用阿里云 SMS API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  await sendSMS(mobile, code)</a:t>
            </a:r>
          </a:p>
          <a:p>
            <a:pPr>
              <a:defRPr sz="1200">
                <a:solidFill>
                  <a:srgbClr val="A6E22E"/>
                </a:solidFill>
                <a:latin typeface="Consolas"/>
              </a:defRPr>
            </a:pPr>
            <a:r>
              <a:t>})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安全机制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JWT 认证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7 天有效期，中间件统一校验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密码加密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bcryptjs 哈希（10 轮 salt）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SSRF 防护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图片代理白名单（仅 3 个域名）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1752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配置外置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所有密钥在 .env，不入代码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Docker 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非 root 用户运行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66344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35"/>
                </a:solidFill>
                <a:latin typeface="微软雅黑"/>
              </a:defRPr>
            </a:pPr>
            <a:r>
              <a:t>请求限制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JSON body 10MB 上限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性能优化策略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031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骨架屏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PageSkeleton 组件</a:t>
            </a:r>
            <a:br/>
            <a:r>
              <a:t>减少用户感知的等待时间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031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45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并行请求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Promise.all</a:t>
            </a:r>
            <a:br/>
            <a:r>
              <a:t>首屏加载提速 60%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21031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645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分包预下载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preloadRule</a:t>
            </a:r>
            <a:br/>
            <a:r>
              <a:t>跳转秒开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371600"/>
            <a:ext cx="21031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645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SSE 流式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Server-Sent Events</a:t>
            </a:r>
            <a:br/>
            <a:r>
              <a:t>AI 逐字回复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371600"/>
            <a:ext cx="2103120" cy="4114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1645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6B35"/>
                </a:solidFill>
                <a:latin typeface="微软雅黑"/>
              </a:defRPr>
            </a:pPr>
            <a:r>
              <a:t>按需渲染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2743200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v-if + isRender</a:t>
            </a:r>
            <a:br/>
            <a:r>
              <a:t>减少 DOM 节点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项目成果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20,000+ 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代码量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18 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页面数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200400" cy="18288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645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50+ 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API 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13 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数据库表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200400" cy="18288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37 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条件编译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200400" cy="1828800"/>
          </a:xfrm>
          <a:prstGeom prst="rect">
            <a:avLst/>
          </a:prstGeom>
          <a:solidFill>
            <a:srgbClr val="00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931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3 个容器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容器化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技术难点与解决方案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难点：三端 API 差异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微软雅黑"/>
              </a:defRPr>
            </a:pPr>
            <a:r>
              <a:t>方案：条件编译 + 适配器模式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难点：SKU 规格组合爆炸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微软雅黑"/>
              </a:defRPr>
            </a:pPr>
            <a:r>
              <a:t>方案：路径检查算法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难点：AI Tool 编排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微软雅黑"/>
              </a:defRPr>
            </a:pPr>
            <a:r>
              <a:t>方案：LangChain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01752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难点：小程序不支持 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微软雅黑"/>
              </a:defRPr>
            </a:pPr>
            <a:r>
              <a:t>方案：uni.setStorageSync 适配器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66344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难点：Docker 多服务编排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微软雅黑"/>
              </a:defRPr>
            </a:pPr>
            <a:r>
              <a:t>方案：Docker Compose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663440"/>
            <a:ext cx="502920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微软雅黑"/>
              </a:defRPr>
            </a:pPr>
            <a:r>
              <a:t>难点：小程序不支持 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94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000"/>
                </a:solidFill>
                <a:latin typeface="微软雅黑"/>
              </a:defRPr>
            </a:pPr>
            <a:r>
              <a:t>方案：降级为普通请求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4E89"/>
                </a:solidFill>
                <a:latin typeface="微软雅黑"/>
              </a:defRPr>
            </a:pPr>
            <a:r>
              <a:t>答辩常见问题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89"/>
                </a:solidFill>
                <a:latin typeface="微软雅黑"/>
              </a:defRPr>
            </a:pPr>
            <a:r>
              <a:t>Q: 为什么选择 uni-app？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A: 一套代码三端运行，90%+ 代码复用，维护成本低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89"/>
                </a:solidFill>
                <a:latin typeface="微软雅黑"/>
              </a:defRPr>
            </a:pPr>
            <a:r>
              <a:t>Q: SKU 选择的核心算法？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A: 路径检查算法，shopItemInfo 字典存储所有组合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89"/>
                </a:solidFill>
                <a:latin typeface="微软雅黑"/>
              </a:defRPr>
            </a:pPr>
            <a:r>
              <a:t>Q: 为什么用 LangChain？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A: Tool 编排框架，支持多工具调度，避免重复造轮子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89"/>
                </a:solidFill>
                <a:latin typeface="微软雅黑"/>
              </a:defRPr>
            </a:pPr>
            <a:r>
              <a:t>Q: Docker 多阶段构建好处？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A: 镜像从 200MB 减到 50MB，减少攻击面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4E89"/>
                </a:solidFill>
                <a:latin typeface="微软雅黑"/>
              </a:defRPr>
            </a:pPr>
            <a:r>
              <a:t>Q: 如何保证 API 安全？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A: JWT + SSRF 白名单 + 环境变量管理密钥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B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微软雅黑"/>
              </a:defRPr>
            </a:pPr>
            <a:r>
              <a:t>欢迎提问</a:t>
            </a:r>
            <a:br/>
            <a:r>
              <a:t>小兔鲜儿 — 鲜食电商平台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